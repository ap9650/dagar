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38528"/>
            <a:ext cx="539175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03120"/>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21408"/>
            <a:ext cx="4934559" cy="822960"/>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No leaderboards, hearts, lives or XP</a:t>
            </a:r>
          </a:p>
          <a:p>
            <a:pPr algn="l">
              <a:lnSpc>
                <a:spcPct val="122000"/>
              </a:lnSpc>
              <a:spcBef>
                <a:spcPts val="0"/>
              </a:spcBef>
              <a:spcAft>
                <a:spcPts val="0"/>
              </a:spcAft>
            </a:pPr>
            <a:r>
              <a:rPr sz="1000" b="0" i="0">
                <a:solidFill>
                  <a:srgbClr val="3F4A57"/>
                </a:solidFill>
                <a:latin typeface="Arial"/>
              </a:rPr>
              <a:t>Every one of those mechanics inverts for a learner who is already behind. Losing a life for a wrong answer punishes exactly the child who needed another try.</a:t>
            </a:r>
          </a:p>
        </p:txBody>
      </p:sp>
      <p:sp>
        <p:nvSpPr>
          <p:cNvPr id="11" name="Rounded Rectangle 10"/>
          <p:cNvSpPr/>
          <p:nvPr/>
        </p:nvSpPr>
        <p:spPr>
          <a:xfrm>
            <a:off x="6233007" y="1938528"/>
            <a:ext cx="539175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103120"/>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121408"/>
            <a:ext cx="4934559" cy="822960"/>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No mentor service behind the offer</a:t>
            </a:r>
          </a:p>
          <a:p>
            <a:pPr algn="l">
              <a:lnSpc>
                <a:spcPct val="122000"/>
              </a:lnSpc>
              <a:spcBef>
                <a:spcPts val="0"/>
              </a:spcBef>
              <a:spcAft>
                <a:spcPts val="0"/>
              </a:spcAft>
            </a:pPr>
            <a:r>
              <a:rPr sz="1000" b="0" i="0">
                <a:solidFill>
                  <a:srgbClr val="3F4A57"/>
                </a:solidFill>
                <a:latin typeface="Arial"/>
              </a:rPr>
              <a:t>Staffing a rota before knowing how often learners ask would be building on an assumption. 34 offers and 1 acceptance is the beginning of the answer.</a:t>
            </a:r>
          </a:p>
        </p:txBody>
      </p:sp>
      <p:sp>
        <p:nvSpPr>
          <p:cNvPr id="14" name="Rounded Rectangle 13"/>
          <p:cNvSpPr/>
          <p:nvPr/>
        </p:nvSpPr>
        <p:spPr>
          <a:xfrm>
            <a:off x="566928" y="3236976"/>
            <a:ext cx="539175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40156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419856"/>
            <a:ext cx="4934559" cy="822960"/>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No automatic WhatsApp delivery</a:t>
            </a:r>
          </a:p>
          <a:p>
            <a:pPr algn="l">
              <a:lnSpc>
                <a:spcPct val="122000"/>
              </a:lnSpc>
              <a:spcBef>
                <a:spcPts val="0"/>
              </a:spcBef>
              <a:spcAft>
                <a:spcPts val="0"/>
              </a:spcAft>
            </a:pPr>
            <a:r>
              <a:rPr sz="1000" b="0" i="0">
                <a:solidFill>
                  <a:srgbClr val="3F4A57"/>
                </a:solidFill>
                <a:latin typeface="Arial"/>
              </a:rPr>
              <a:t>It needs business verification and an opt-in from the parent's own handset. The link already lets them see progress with no account at all.</a:t>
            </a:r>
          </a:p>
        </p:txBody>
      </p:sp>
      <p:sp>
        <p:nvSpPr>
          <p:cNvPr id="17" name="Rounded Rectangle 16"/>
          <p:cNvSpPr/>
          <p:nvPr/>
        </p:nvSpPr>
        <p:spPr>
          <a:xfrm>
            <a:off x="6233007" y="3236976"/>
            <a:ext cx="539175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40156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419856"/>
            <a:ext cx="4934559" cy="822960"/>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No offline mode</a:t>
            </a:r>
          </a:p>
          <a:p>
            <a:pPr algn="l">
              <a:lnSpc>
                <a:spcPct val="122000"/>
              </a:lnSpc>
              <a:spcBef>
                <a:spcPts val="0"/>
              </a:spcBef>
              <a:spcAft>
                <a:spcPts val="0"/>
              </a:spcAft>
            </a:pPr>
            <a:r>
              <a:rPr sz="1000" b="0" i="0">
                <a:solidFill>
                  <a:srgbClr val="3F4A57"/>
                </a:solidFill>
                <a:latin typeface="Arial"/>
              </a:rPr>
              <a:t>Lessons need a connection. Worth building, and not before we knew which lessons learners actually return to. Guessing that would have cost days of caching the wrong things.</a:t>
            </a:r>
          </a:p>
        </p:txBody>
      </p:sp>
      <p:sp>
        <p:nvSpPr>
          <p:cNvPr id="20" name="Rounded Rectangle 19"/>
          <p:cNvSpPr/>
          <p:nvPr/>
        </p:nvSpPr>
        <p:spPr>
          <a:xfrm>
            <a:off x="566928" y="4791456"/>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974336"/>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4937760"/>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answered whether anyone wants it. The mentor offer is running instead of a rota, the parent link is working instead of a WhatsApp pipeline, and nothing is cached offline until we know which lessons learners come back to. The fourth is different: no leaderboards or lives is a design principle, and it is not for trading.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