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4" name="TextBox 23"/>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B4530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22.</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in four days. What we could build and prove in that time, we did: the boundary itself, and the tests that attack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