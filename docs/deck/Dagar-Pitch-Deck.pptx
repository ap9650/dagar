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$1.45B at ₹85 = $1.</a:t>
            </a:r>
          </a:p>
          <a:p>
            <a:r>
              <a:t>SAM   29.6M x ₹500 = ₹1,480 Cr, which is $174M.</a:t>
            </a:r>
          </a:p>
          <a:p>
            <a:r>
              <a:t>SOM   250,000 x ₹450 = ₹11.25 Cr, which is $1.3M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The parent summary arrives on WhatsApp because that is where the parent already is.</a:t>
            </a:r>
          </a:p>
        </p:txBody>
      </p:sp>
      <p:sp>
        <p:nvSpPr>
          <p:cNvPr id="26" name="Rounded Rectangle 25"/>
          <p:cNvSpPr/>
          <p:nvPr/>
        </p:nvSpPr>
        <p:spPr>
          <a:xfrm>
            <a:off x="566928" y="5449824"/>
            <a:ext cx="11057839" cy="658368"/>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B45309"/>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$1.45B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$174M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$1.3M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B4530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₹85 =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