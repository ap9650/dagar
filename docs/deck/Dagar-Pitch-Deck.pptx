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34 offers and 1 acceptance</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 Cr  ·  $1.53M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what a teacher's hour actually costs. Gated on verified supply.</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