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for the learning loop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₹370</a:t>
            </a:r>
          </a:p>
          <a:p>
            <a:pPr algn="l">
              <a:lnSpc>
                <a:spcPct val="115000"/>
              </a:lnSpc>
              <a:spcBef>
                <a:spcPts val="0"/>
              </a:spcBef>
              <a:spcAft>
                <a:spcPts val="300"/>
              </a:spcAft>
            </a:pPr>
            <a:r>
              <a:rPr sz="1100" b="1" i="0">
                <a:solidFill>
                  <a:srgbClr val="1A2733"/>
                </a:solidFill>
                <a:latin typeface="Arial"/>
              </a:rPr>
              <a:t>modelled cost floor</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₹450</a:t>
            </a:r>
          </a:p>
          <a:p>
            <a:pPr algn="l">
              <a:lnSpc>
                <a:spcPct val="115000"/>
              </a:lnSpc>
              <a:spcBef>
                <a:spcPts val="0"/>
              </a:spcBef>
              <a:spcAft>
                <a:spcPts val="300"/>
              </a:spcAft>
            </a:pPr>
            <a:r>
              <a:rPr sz="1100" b="1" i="0">
                <a:solidFill>
                  <a:srgbClr val="1A2733"/>
                </a:solidFill>
                <a:latin typeface="Arial"/>
              </a:rPr>
              <a:t>institutional, per year</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 to 2%</a:t>
            </a:r>
          </a:p>
          <a:p>
            <a:pPr algn="l">
              <a:lnSpc>
                <a:spcPct val="115000"/>
              </a:lnSpc>
              <a:spcBef>
                <a:spcPts val="0"/>
              </a:spcBef>
              <a:spcAft>
                <a:spcPts val="300"/>
              </a:spcAft>
            </a:pPr>
            <a:r>
              <a:rPr sz="1100" b="1" i="0">
                <a:solidFill>
                  <a:srgbClr val="1A2733"/>
                </a:solidFill>
                <a:latin typeface="Arial"/>
              </a:rPr>
              <a:t>consumer conversion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Four tiers, one rule</a:t>
            </a:r>
          </a:p>
          <a:p>
            <a:pPr algn="l">
              <a:lnSpc>
                <a:spcPct val="122000"/>
              </a:lnSpc>
              <a:spcBef>
                <a:spcPts val="0"/>
              </a:spcBef>
              <a:spcAft>
                <a:spcPts val="0"/>
              </a:spcAft>
            </a:pPr>
            <a:r>
              <a:rPr sz="950" b="0" i="0">
                <a:solidFill>
                  <a:srgbClr val="3F4A57"/>
                </a:solidFill>
                <a:latin typeface="Arial"/>
              </a:rPr>
              <a:t>Free keeps the whole loop: curriculum, practice, quizzes, progress, parent summary, tutor capped at 10 questions a day. Plus is ₹99 a month for unlimited tutoring and depth. Mentor adds ₹299 and only sells once mentors exist. Institutions pay ₹450 to ₹600 a learner.</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is a cost, not a target</a:t>
            </a:r>
          </a:p>
          <a:p>
            <a:pPr algn="l">
              <a:lnSpc>
                <a:spcPct val="122000"/>
              </a:lnSpc>
              <a:spcBef>
                <a:spcPts val="0"/>
              </a:spcBef>
              <a:spcAft>
                <a:spcPts val="0"/>
              </a:spcAft>
            </a:pPr>
            <a:r>
              <a:rPr sz="950" b="0" i="0">
                <a:solidFill>
                  <a:srgbClr val="3F4A57"/>
                </a:solidFill>
                <a:latin typeface="Arial"/>
              </a:rPr>
              <a:t>A fully active learner costs about ₹370 a year, roughly ₹330 of AI and ₹40 of infrastructure. No institutional licence is priced below it. This is modelled from published token pricing, not measured per learner, and we say which it is.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because the maths works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Advertising is not on the table</a:t>
            </a:r>
          </a:p>
          <a:p>
            <a:pPr algn="l">
              <a:lnSpc>
                <a:spcPct val="122000"/>
              </a:lnSpc>
              <a:spcBef>
                <a:spcPts val="0"/>
              </a:spcBef>
              <a:spcAft>
                <a:spcPts val="0"/>
              </a:spcAft>
            </a:pPr>
            <a:r>
              <a:rPr sz="950" b="0" i="0">
                <a:solidFill>
                  <a:srgbClr val="3F4A57"/>
                </a:solidFill>
                <a:latin typeface="Arial"/>
              </a:rPr>
              <a:t>The DPDP Act 2023 forbids behavioural tracking and targeted advertising directed at anyone under 18, and parental consent does not unlock it. Our entire user base is 11 to 14. That closes the default way free products make money, and we would not want it open.</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 margin is thin, and that is the honest headline.</a:t>
            </a:r>
          </a:p>
          <a:p>
            <a:pPr algn="l">
              <a:lnSpc>
                <a:spcPct val="126000"/>
              </a:lnSpc>
              <a:spcBef>
                <a:spcPts val="0"/>
              </a:spcBef>
              <a:spcAft>
                <a:spcPts val="0"/>
              </a:spcAft>
            </a:pPr>
            <a:r>
              <a:rPr sz="1050" b="0" i="0">
                <a:solidFill>
                  <a:srgbClr val="3F4A57"/>
                </a:solidFill>
                <a:latin typeface="Arial"/>
              </a:rPr>
              <a:t>₹450 against a ₹370 floor is ₹80 a learner, and the risk is that institutions treat ₹450 as a ceiling rather than a starting point, at which point the margin goes negative. Two things move it: inference prices have fallen every year of this technology's existence, and most learners are not fully active, so a cohort costs less than its worst case. Neither is a plan. The plan is to price above cost, publish the number we are pricing against, and not sell reach we cannot afford to serve.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Fifteen people had nothing to gain by answering.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inside the product, from an account that had used it. Spelling and grammar are left exactly as they were typed.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from people who owed us nothing, was simply more of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