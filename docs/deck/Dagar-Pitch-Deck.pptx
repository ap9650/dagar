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grades, more languages, a view for teachers</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Not scored, and that is the point. Breadth is what solving one learner properly earns you, so these get numbers when the rows above are done</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90" name="Rounded Rectangle 89"/>
          <p:cNvSpPr/>
          <p:nvPr/>
        </p:nvSpPr>
        <p:spPr>
          <a:xfrm>
            <a:off x="566928" y="5669279"/>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566928" y="5788151"/>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77824" y="5806440"/>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Both signals sit at the top: what learners asked us for, and what we watched them struggle with. Nothing below them starts until those three are done.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