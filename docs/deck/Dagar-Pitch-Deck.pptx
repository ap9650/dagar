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B45309"/>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B4530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